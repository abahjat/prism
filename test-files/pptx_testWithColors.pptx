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oboto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Roboto-boldItalic.fntdata"/><Relationship Id="rId9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regular.fntdata"/><Relationship Id="rId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06975" y="407175"/>
            <a:ext cx="8520600" cy="64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highlight>
                  <a:schemeClr val="lt1"/>
                </a:highlight>
              </a:rPr>
              <a:t>Test Slides</a:t>
            </a:r>
            <a:endParaRPr i="1">
              <a:highlight>
                <a:schemeClr val="lt1"/>
              </a:highlight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53525" y="4050625"/>
            <a:ext cx="5319600" cy="792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81">
                <a:solidFill>
                  <a:srgbClr val="00FF00"/>
                </a:solidFill>
                <a:highlight>
                  <a:schemeClr val="accent6"/>
                </a:highlight>
              </a:rPr>
              <a:t>Hello Item 1</a:t>
            </a:r>
            <a:endParaRPr sz="2981">
              <a:solidFill>
                <a:srgbClr val="00FF00"/>
              </a:solidFill>
              <a:highlight>
                <a:schemeClr val="accent6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81">
                <a:solidFill>
                  <a:srgbClr val="00FF00"/>
                </a:solidFill>
                <a:highlight>
                  <a:schemeClr val="accent6"/>
                </a:highlight>
              </a:rPr>
              <a:t>Hello Item 2 </a:t>
            </a:r>
            <a:endParaRPr sz="2981">
              <a:solidFill>
                <a:srgbClr val="00FF00"/>
              </a:solidFill>
              <a:highlight>
                <a:schemeClr val="accent6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81">
                <a:solidFill>
                  <a:srgbClr val="00FF00"/>
                </a:solidFill>
                <a:highlight>
                  <a:schemeClr val="accent6"/>
                </a:highlight>
              </a:rPr>
              <a:t>Hello Item 3</a:t>
            </a:r>
            <a:endParaRPr sz="2981">
              <a:solidFill>
                <a:srgbClr val="00FF00"/>
              </a:solidFill>
              <a:highlight>
                <a:schemeClr val="accent6"/>
              </a:highlight>
            </a:endParaRPr>
          </a:p>
        </p:txBody>
      </p:sp>
      <p:cxnSp>
        <p:nvCxnSpPr>
          <p:cNvPr id="56" name="Google Shape;56;p13"/>
          <p:cNvCxnSpPr>
            <a:stCxn id="57" idx="2"/>
            <a:endCxn id="58" idx="0"/>
          </p:cNvCxnSpPr>
          <p:nvPr/>
        </p:nvCxnSpPr>
        <p:spPr>
          <a:xfrm flipH="1" rot="-5400000">
            <a:off x="5133300" y="1160500"/>
            <a:ext cx="647700" cy="17703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59" name="Google Shape;59;p13"/>
          <p:cNvCxnSpPr>
            <a:stCxn id="60" idx="0"/>
            <a:endCxn id="57" idx="2"/>
          </p:cNvCxnSpPr>
          <p:nvPr/>
        </p:nvCxnSpPr>
        <p:spPr>
          <a:xfrm rot="-5400000">
            <a:off x="3363000" y="1160600"/>
            <a:ext cx="647700" cy="17703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1" name="Google Shape;61;p13"/>
          <p:cNvCxnSpPr>
            <a:stCxn id="60" idx="2"/>
            <a:endCxn id="62" idx="0"/>
          </p:cNvCxnSpPr>
          <p:nvPr/>
        </p:nvCxnSpPr>
        <p:spPr>
          <a:xfrm flipH="1" rot="-5400000">
            <a:off x="2881500" y="265610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3" name="Google Shape;63;p13"/>
          <p:cNvCxnSpPr>
            <a:stCxn id="64" idx="0"/>
            <a:endCxn id="60" idx="2"/>
          </p:cNvCxnSpPr>
          <p:nvPr/>
        </p:nvCxnSpPr>
        <p:spPr>
          <a:xfrm rot="-5400000">
            <a:off x="2036250" y="265610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5" name="Google Shape;65;p13"/>
          <p:cNvCxnSpPr>
            <a:stCxn id="58" idx="2"/>
            <a:endCxn id="66" idx="0"/>
          </p:cNvCxnSpPr>
          <p:nvPr/>
        </p:nvCxnSpPr>
        <p:spPr>
          <a:xfrm flipH="1" rot="-5400000">
            <a:off x="6422100" y="265610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67" name="Google Shape;67;p13"/>
          <p:cNvCxnSpPr>
            <a:stCxn id="68" idx="0"/>
            <a:endCxn id="58" idx="2"/>
          </p:cNvCxnSpPr>
          <p:nvPr/>
        </p:nvCxnSpPr>
        <p:spPr>
          <a:xfrm rot="-5400000">
            <a:off x="5576850" y="2656100"/>
            <a:ext cx="685800" cy="845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C2C2C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7" name="Google Shape;57;p13"/>
          <p:cNvSpPr txBox="1"/>
          <p:nvPr/>
        </p:nvSpPr>
        <p:spPr>
          <a:xfrm>
            <a:off x="3801750" y="1355500"/>
            <a:ext cx="1540500" cy="366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Lorem Ipsum</a:t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2032650" y="236960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Lorem Ipsum</a:t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573250" y="236960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Lorem Ipsum</a:t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6418500" y="342170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Lorem Ipsum</a:t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4728000" y="342170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Lorem Ipsum</a:t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2877900" y="342170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Lorem Ipsum</a:t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1187400" y="3421700"/>
            <a:ext cx="1538100" cy="366300"/>
          </a:xfrm>
          <a:prstGeom prst="rect">
            <a:avLst/>
          </a:prstGeom>
          <a:noFill/>
          <a:ln cap="flat" cmpd="sng" w="19050">
            <a:solidFill>
              <a:srgbClr val="A729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7291E"/>
                </a:solidFill>
                <a:latin typeface="Roboto"/>
                <a:ea typeface="Roboto"/>
                <a:cs typeface="Roboto"/>
                <a:sym typeface="Roboto"/>
              </a:rPr>
              <a:t>Lorem Ipsum</a:t>
            </a:r>
            <a:endParaRPr sz="1000">
              <a:solidFill>
                <a:srgbClr val="A7291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6542675" y="4050625"/>
            <a:ext cx="2106300" cy="58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box</a:t>
            </a:r>
            <a:endParaRPr/>
          </a:p>
        </p:txBody>
      </p:sp>
      <p:pic>
        <p:nvPicPr>
          <p:cNvPr descr="Generate a cyclical Venn diagram using a glassmorphism style, featuring four glossy, translucent circles for Content, Collaboration, Monitoring, and Planning, with thin line-art icons on a light gray gradient background. Include 1 short sentence describing each bubble." id="70" name="Google Shape;7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275" y="407175"/>
            <a:ext cx="2626426" cy="146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